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ecodesamsung.com/SRIB-PRISM/Quantum-Annealing-SL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Quantum-inspired Annealing for Multi-stage Reasoning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26ARS05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Vellore Institute of Technology, Chennai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1" y="4328908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rtlCol="0" anchor="t"/>
          <a:lstStyle/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10+ research papers reviewed (all 10 worklet refs surveyed)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9 CoT / prompting variants studied and documented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2 working code modules delivered to eCODE repo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75% prompt compression via QUBO-selected fragments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QUBO energy 3.5x better than naive concatenation baseline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GPU benchmarks: Textbook QUBO and DQO bias-field achieve 100% logical relevance on algebraic math queries, outperforming Self-Consistency (0.43) and Tree-of-Thoughts (0.44)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Real Qwen2.5-3B inference + semantic embeddings (all-MiniLM-L6-v2, roberta-large-mnli) fully operational on RTX 4070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438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Complete PRISM Portal registration for Abhyuday and Tanay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Scale current local Qwen2.5-3B implementation to full GSM8K dataset using optimized batching</a:t>
            </a:r>
          </a:p>
          <a:p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/>
                <a:ea typeface="Arial" pitchFamily="34" charset="-122"/>
                <a:cs typeface="Arial" pitchFamily="34" charset="-120"/>
              </a:rPr>
              <a:t>Hyper-parameter sweep (NUM_CHAINS, NUM_READS, REDUNDANCY_PENALTY) and accuracy benchmarking on GSM8K + </a:t>
            </a:r>
            <a:r>
              <a:rPr lang="en-US" sz="1100" dirty="0" err="1">
                <a:solidFill>
                  <a:schemeClr val="accent1">
                    <a:lumMod val="50000"/>
                  </a:schemeClr>
                </a:solidFill>
                <a:latin typeface="SamsungOne 600C" panose="020B0706030303020204"/>
                <a:ea typeface="Arial" pitchFamily="34" charset="-122"/>
                <a:cs typeface="Arial" pitchFamily="34" charset="-120"/>
              </a:rPr>
              <a:t>MultiArith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/>
                <a:ea typeface="Arial" pitchFamily="34" charset="-122"/>
                <a:cs typeface="Arial" pitchFamily="34" charset="-120"/>
              </a:rPr>
              <a:t>.</a:t>
            </a:r>
            <a:endParaRPr lang="en-US" sz="1100" dirty="0">
              <a:solidFill>
                <a:schemeClr val="accent1">
                  <a:lumMod val="50000"/>
                </a:schemeClr>
              </a:solidFill>
              <a:latin typeface="SamsungOne 600C" panose="020B0706030303020204"/>
            </a:endParaRP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Benchmark accuracy on GSM8K + MultiArith; compare vs Self-Consistency and CoT baselines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Explore HUBO higher-order terms tracking QCR-LLM [9] formulation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966" y="1716425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8781" y="4336538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rtlCol="0" anchor="t"/>
          <a:lstStyle/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End-to-end SLM + QUBO + SA pipeline running on CPU (slm_qubo_pipeline.py)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Textbook QUBO relevance score (0.564) matches state-of-art QCR-LLM (HUBO) on 6 test queries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QUBO energy 3.5x better than naive baseline (-2.63 vs -0.75); 0.11s on single CPU core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Full lit. review: 10 papers, gap analysis, 2x target roadmap documented 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Real end-to-end SLM pipeline running locally: Qwen2.5-3B-Instruct on RTX 4070 (8GB VRAM) via PyTorch/CUDA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True semantic scoring integrated: all-MiniLM-L6-v2 sentence-transformers + roberta-large-mnli for logic verification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eCODE repo live: github.ecodesamsung.com/SRIB-PRISM/Quantum-Annealing-SLM/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0759" y="4004311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rtlCol="0" anchor="t"/>
          <a:lstStyle/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Memory constraints: generating 20 parallel CoT chains on 8GB VRAM is borderline; requires strictly optimized batching to prevent OOM crashes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Abhyuday and Tanay not yet registered on PRISM Portal (Jefrey and Abhishek registered)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Abhishek and Tanay blocked without GPU; Abhyuday running Qwen2.5-3B-Instruct on RTX 4070 (8GB VRAM) with PyTorch/CUDA — real end-to-end pipeline now live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</a:t>
            </a: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Selecting how many fragments to keep – QUBO can return any size subset. Added MAX_FRAGMENTS_OUT cap to maintain compression targets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</a:t>
            </a: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To map relevance and redundancy, used TF + IDF -&gt; </a:t>
            </a: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sentence-transformer (all-MiniLM-L6-v2) + </a:t>
            </a:r>
            <a:r>
              <a:rPr lang="en-IN" sz="1100" dirty="0" err="1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roberta</a:t>
            </a: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-large-</a:t>
            </a:r>
            <a:r>
              <a:rPr lang="en-IN" sz="1100" dirty="0" err="1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mnli</a:t>
            </a: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 already integrated for semantic scoring and logic verification</a:t>
            </a:r>
          </a:p>
          <a:p>
            <a:pPr marL="228600" indent="-228600">
              <a:lnSpc>
                <a:spcPts val="14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Over compressing after QUBO solving, </a:t>
            </a:r>
          </a:p>
          <a:p>
            <a:pPr marL="228600" indent="-228600">
              <a:lnSpc>
                <a:spcPts val="1400"/>
              </a:lnSpc>
            </a:pPr>
            <a:endParaRPr lang="en-IN" sz="1100" dirty="0">
              <a:solidFill>
                <a:srgbClr val="0E4094"/>
              </a:solidFill>
              <a:latin typeface="SamsungOne 600C" panose="020B0706030303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39991" y="1716425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18 May 2026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Quantum-inspired Annealing for Multi-stage Reasoning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26ARS05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Vellore Institute of Technology, Chennai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8-12 GB VRAM GPU for running Qwen 2.5B and other SLMs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Abhyuday currently running on his own PC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Abhishek and Tanay require some GPU compute either through cloud or remote access.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None anticipated in the Jun–Jul 2026 phase. University end-semester exams are complete. Team is available full-time for HPC experiments and benchmarking.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3752" y="4210146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>
              <a:lnSpc>
                <a:spcPts val="1400"/>
              </a:lnSpc>
            </a:pPr>
            <a:r>
              <a:rPr lang="en-IN" sz="12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Datasets used for benchmarking: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GSM8K (grade-school math): huggingface.co/datasets/gsm8k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ARC-Challenge: huggingface.co/datasets/ai2_arc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dirty="0">
                <a:solidFill>
                  <a:schemeClr val="accent1">
                    <a:lumMod val="50000"/>
                  </a:schemeClr>
                </a:solidFill>
                <a:latin typeface="SamsungOne 600C" panose="020B0706030303020204" pitchFamily="34" charset="0"/>
              </a:rPr>
              <a:t>•  BigBench-Hard (BBH): huggingface.co/datasets/lukaemon/bbh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146123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3"/>
              </a:rPr>
              <a:t>https://github.ecodesamsung.com/SRIB-PRISM/Quantum-Annealing-SLM/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Jefrey and Abhishek are registered on the PRISM Portal</a:t>
            </a:r>
          </a:p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However, Abhyuday and Tanay are not registered.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18 May 2026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Quantum-inspired Annealing for Multi-stage Reasoning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26ARS05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Vellore Institute of Technology, Chennai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Status and future plan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Latest Literature Review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Expert Insights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other comment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640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18 May 2026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4386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Current (May 2026): Personal PC — Abhyuday (8-12 GB VRAM, Qwen 2.5 3B on local GPU). Abhishek and Tanay on CPU only with MockSLM.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</a:rPr>
              <a:t>•  Requested (Jun–Sep 2026): Nvidia A100 HPC node via SRI-B for full Llama-3.2-3B inference + QUBO benchmarking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Interim fallback: Google Colab Pro / Kaggle GPU kernels for TinyLlama-1.1B testing until HPC is provisioned</a:t>
            </a:r>
          </a:p>
          <a:p>
            <a:pPr marL="228600" indent="-228600">
              <a:lnSpc>
                <a:spcPts val="1300"/>
              </a:lnSpc>
            </a:pPr>
            <a:r>
              <a:rPr lang="en-IN" sz="1100" dirty="0">
                <a:solidFill>
                  <a:srgbClr val="0E4094"/>
                </a:solidFill>
                <a:latin typeface="SamsungOne 600C" panose="020B0706030303020204" pitchFamily="34" charset="0"/>
              </a:rPr>
              <a:t>•  Software: PyTorch, HuggingFace Transformers, dwave-neal, dimod, scikit-learn, sentence-transformers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4873</TotalTime>
  <Words>784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Abhyuday Vaish</cp:lastModifiedBy>
  <cp:revision>59</cp:revision>
  <cp:lastPrinted>2019-06-27T12:08:24Z</cp:lastPrinted>
  <dcterms:created xsi:type="dcterms:W3CDTF">2019-04-12T08:37:01Z</dcterms:created>
  <dcterms:modified xsi:type="dcterms:W3CDTF">2026-05-18T10:02:50Z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