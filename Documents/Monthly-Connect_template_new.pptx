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8" r:id="rId5"/>
    <p:sldId id="259" r:id="rId6"/>
    <p:sldId id="260" r:id="rId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D9A8-5C8D-4431-A5F4-8C33E90860AB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313F1-1FB8-4F83-8BC6-DAB5B44D1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0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1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97B9-1650-49C0-9DC3-19077151AC12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 err="1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Next Steps </a:t>
            </a: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4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  <a:p>
            <a:pPr algn="ctr"/>
            <a:endParaRPr lang="en-US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3720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Key Achievements/ Outcome till now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Challenges/ Issues faced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</a:t>
            </a:r>
            <a:r>
              <a:rPr lang="en-IN" dirty="0" err="1">
                <a:latin typeface="SamsungOne 600C" panose="020B0706030303020204" pitchFamily="34" charset="0"/>
                <a:ea typeface="SamsungOne 600C" panose="020B0706030303020204" pitchFamily="34" charset="0"/>
              </a:rPr>
              <a:t>xxxxxxx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4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 err="1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Anticipated Break (Due to exams </a:t>
            </a:r>
            <a:r>
              <a:rPr lang="en-IN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)</a:t>
            </a:r>
          </a:p>
          <a:p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4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4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  <a:p>
            <a:endParaRPr lang="en-IN" sz="14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411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Resource Requirement Identified with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Is the data self-collected, If yes then is the consent form submitted.</a:t>
            </a:r>
          </a:p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If open source then the dataset link</a:t>
            </a:r>
          </a:p>
          <a:p>
            <a:pPr algn="ctr"/>
            <a:endParaRPr lang="en-US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261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 Collection Information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565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Github</a:t>
            </a:r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Repository Link and PRISM Portal Registration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</a:t>
            </a:r>
            <a:r>
              <a:rPr lang="en-IN" dirty="0" err="1">
                <a:latin typeface="SamsungOne 600C" panose="020B0706030303020204" pitchFamily="34" charset="0"/>
                <a:ea typeface="SamsungOne 600C" panose="020B0706030303020204" pitchFamily="34" charset="0"/>
              </a:rPr>
              <a:t>xxxxxxx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8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 err="1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ID: </a:t>
            </a:r>
            <a:r>
              <a:rPr lang="en-IN" sz="12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 err="1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67261" y="2037123"/>
            <a:ext cx="11840507" cy="20161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Status and future plan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Latest Literature Review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Expert Insights</a:t>
            </a:r>
          </a:p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other comment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6407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Professor Comments (To be filled in and presented by professor </a:t>
            </a:r>
            <a:r>
              <a:rPr lang="en-IN" b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(Either)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>
                <a:latin typeface="SamsungOne 600C" panose="020B0706030303020204" pitchFamily="34" charset="0"/>
                <a:ea typeface="SamsungOne 600C" panose="020B0706030303020204" pitchFamily="34" charset="0"/>
              </a:rPr>
              <a:t>Date: </a:t>
            </a:r>
            <a:r>
              <a:rPr lang="en-IN" dirty="0" err="1">
                <a:latin typeface="SamsungOne 600C" panose="020B0706030303020204" pitchFamily="34" charset="0"/>
                <a:ea typeface="SamsungOne 600C" panose="020B0706030303020204" pitchFamily="34" charset="0"/>
              </a:rPr>
              <a:t>xxxxxxx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260" y="4172422"/>
            <a:ext cx="11840507" cy="2263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025" y="4286119"/>
            <a:ext cx="3229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COMPUTATION RESOURCE Details: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966" y="4701617"/>
            <a:ext cx="43860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[Google Collab/ 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Kaggle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/ GPU from College lab with compute hours 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17226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4A7D69-8D57-4DF2-9544-252FB4EB0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CC52CD1-58C0-485B-9619-B9EBD43EE183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AA45360-03A4-4567-9FDE-03C8691D85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180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SamsungOne 600C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Abhyuday Vaish</cp:lastModifiedBy>
  <cp:revision>56</cp:revision>
  <cp:lastPrinted>2019-06-27T12:08:24Z</cp:lastPrinted>
  <dcterms:created xsi:type="dcterms:W3CDTF">2019-04-12T08:37:01Z</dcterms:created>
  <dcterms:modified xsi:type="dcterms:W3CDTF">2026-05-17T14:08:55Z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